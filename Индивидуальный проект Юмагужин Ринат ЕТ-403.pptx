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8534095" cy="50800"/>
          </a:xfrm>
          <a:prstGeom prst="rect">
            <a:avLst/>
          </a:prstGeom>
          <a:solidFill>
            <a:srgbClr val="304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226091" y="1828800"/>
            <a:ext cx="973952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lang="ru-RU" dirty="0"/>
              <a:t>ИНДИВИДУАЛЬНЫЙ ПРОЕКТ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328534" y="3200400"/>
            <a:ext cx="753462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 err="1"/>
              <a:t>Мобильное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интеллектуального</a:t>
            </a:r>
            <a:r>
              <a:rPr dirty="0"/>
              <a:t> </a:t>
            </a:r>
            <a:r>
              <a:rPr dirty="0" err="1"/>
              <a:t>поиска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235172" y="5562600"/>
            <a:ext cx="373044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ru-RU" dirty="0"/>
              <a:t>Студент ЕТ-403 Юмагужин Ринат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Введение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7607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приложения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Клиентское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lang="ru-RU" dirty="0"/>
              <a:t> </a:t>
            </a:r>
            <a:r>
              <a:rPr dirty="0" err="1"/>
              <a:t>интеллектуального</a:t>
            </a:r>
            <a:r>
              <a:rPr dirty="0"/>
              <a:t> </a:t>
            </a:r>
            <a:r>
              <a:rPr dirty="0" err="1"/>
              <a:t>поиска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Взаимодействие</a:t>
            </a:r>
            <a:r>
              <a:rPr dirty="0"/>
              <a:t> с </a:t>
            </a:r>
            <a:r>
              <a:rPr dirty="0" err="1"/>
              <a:t>сервером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Получение</a:t>
            </a:r>
            <a:r>
              <a:rPr dirty="0"/>
              <a:t> </a:t>
            </a:r>
            <a:r>
              <a:rPr dirty="0" err="1"/>
              <a:t>ответов</a:t>
            </a:r>
            <a:r>
              <a:rPr dirty="0"/>
              <a:t> с </a:t>
            </a:r>
            <a:r>
              <a:rPr dirty="0" err="1"/>
              <a:t>изображениями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669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идея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Поиск</a:t>
            </a:r>
            <a:r>
              <a:rPr dirty="0"/>
              <a:t> + </a:t>
            </a:r>
            <a:r>
              <a:rPr dirty="0" err="1"/>
              <a:t>генерация</a:t>
            </a:r>
            <a:r>
              <a:rPr dirty="0"/>
              <a:t> </a:t>
            </a:r>
            <a:r>
              <a:rPr dirty="0" err="1"/>
              <a:t>ответов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Дополнение</a:t>
            </a:r>
            <a:r>
              <a:rPr dirty="0"/>
              <a:t> </a:t>
            </a:r>
            <a:r>
              <a:rPr dirty="0" err="1"/>
              <a:t>текста</a:t>
            </a:r>
            <a:r>
              <a:rPr dirty="0"/>
              <a:t> </a:t>
            </a:r>
            <a:r>
              <a:rPr dirty="0" err="1"/>
              <a:t>изображениями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Удобный</a:t>
            </a:r>
            <a:r>
              <a:rPr dirty="0"/>
              <a:t> </a:t>
            </a:r>
            <a:r>
              <a:rPr dirty="0" err="1"/>
              <a:t>мобильный</a:t>
            </a:r>
            <a:r>
              <a:rPr dirty="0"/>
              <a:t> </a:t>
            </a:r>
            <a:r>
              <a:rPr dirty="0" err="1"/>
              <a:t>интерфейс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74320" y="3840480"/>
            <a:ext cx="116128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Решаемые</a:t>
            </a:r>
            <a:r>
              <a:rPr dirty="0"/>
              <a:t> </a:t>
            </a:r>
            <a:r>
              <a:rPr dirty="0" err="1"/>
              <a:t>задачи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424242"/>
                </a:solidFill>
              </a:defRPr>
            </a:pPr>
            <a:r>
              <a:rPr dirty="0" err="1"/>
              <a:t>Отправка</a:t>
            </a:r>
            <a:r>
              <a:rPr dirty="0"/>
              <a:t> </a:t>
            </a:r>
            <a:r>
              <a:rPr dirty="0" err="1"/>
              <a:t>поисковых</a:t>
            </a:r>
            <a:r>
              <a:rPr dirty="0"/>
              <a:t> </a:t>
            </a:r>
            <a:r>
              <a:rPr dirty="0" err="1"/>
              <a:t>запросов</a:t>
            </a:r>
            <a:r>
              <a:rPr dirty="0"/>
              <a:t> к </a:t>
            </a:r>
            <a:r>
              <a:rPr dirty="0" err="1"/>
              <a:t>серверу</a:t>
            </a:r>
            <a:r>
              <a:rPr dirty="0"/>
              <a:t> и </a:t>
            </a:r>
            <a:r>
              <a:rPr dirty="0" err="1"/>
              <a:t>получение</a:t>
            </a:r>
            <a:r>
              <a:rPr dirty="0"/>
              <a:t> </a:t>
            </a:r>
            <a:r>
              <a:rPr dirty="0" err="1"/>
              <a:t>ответов</a:t>
            </a:r>
            <a:r>
              <a:rPr dirty="0"/>
              <a:t> в </a:t>
            </a:r>
            <a:r>
              <a:rPr dirty="0" err="1"/>
              <a:t>реальном</a:t>
            </a:r>
            <a:r>
              <a:rPr dirty="0"/>
              <a:t> </a:t>
            </a:r>
            <a:r>
              <a:rPr dirty="0" err="1"/>
              <a:t>времени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424242"/>
                </a:solidFill>
              </a:defRPr>
            </a:pPr>
            <a:r>
              <a:rPr dirty="0" err="1"/>
              <a:t>Отображение</a:t>
            </a:r>
            <a:r>
              <a:rPr dirty="0"/>
              <a:t> </a:t>
            </a:r>
            <a:r>
              <a:rPr dirty="0" err="1"/>
              <a:t>текстовых</a:t>
            </a:r>
            <a:r>
              <a:rPr dirty="0"/>
              <a:t> </a:t>
            </a:r>
            <a:r>
              <a:rPr dirty="0" err="1"/>
              <a:t>результатов</a:t>
            </a:r>
            <a:r>
              <a:rPr dirty="0"/>
              <a:t> и </a:t>
            </a:r>
            <a:r>
              <a:rPr dirty="0" err="1"/>
              <a:t>связанных</a:t>
            </a:r>
            <a:r>
              <a:rPr dirty="0"/>
              <a:t> </a:t>
            </a:r>
            <a:r>
              <a:rPr dirty="0" err="1"/>
              <a:t>изображений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424242"/>
                </a:solidFill>
              </a:defRPr>
            </a:pP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истории</a:t>
            </a:r>
            <a:r>
              <a:rPr dirty="0"/>
              <a:t> </a:t>
            </a:r>
            <a:r>
              <a:rPr dirty="0" err="1"/>
              <a:t>поисковых</a:t>
            </a:r>
            <a:r>
              <a:rPr dirty="0"/>
              <a:t> </a:t>
            </a:r>
            <a:r>
              <a:rPr dirty="0" err="1"/>
              <a:t>запросов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последующего</a:t>
            </a:r>
            <a:r>
              <a:rPr dirty="0"/>
              <a:t> </a:t>
            </a:r>
            <a:r>
              <a:rPr dirty="0" err="1"/>
              <a:t>просмотра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800">
                <a:solidFill>
                  <a:srgbClr val="424242"/>
                </a:solidFill>
              </a:defRPr>
            </a:pPr>
            <a:r>
              <a:rPr dirty="0" err="1"/>
              <a:t>Безопасная</a:t>
            </a:r>
            <a:r>
              <a:rPr dirty="0"/>
              <a:t> </a:t>
            </a:r>
            <a:r>
              <a:rPr dirty="0" err="1"/>
              <a:t>аутентификация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и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учётных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5406C5B-419C-4BAF-B5AA-DFAD4B34EE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604"/>
          <a:stretch/>
        </p:blipFill>
        <p:spPr>
          <a:xfrm>
            <a:off x="7844921" y="1420707"/>
            <a:ext cx="3512557" cy="435356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F672907-94C3-4391-94B1-EBE8D4881A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988"/>
          <a:stretch/>
        </p:blipFill>
        <p:spPr>
          <a:xfrm>
            <a:off x="4272615" y="1420707"/>
            <a:ext cx="3341970" cy="240114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B9F32E-4BE4-4892-B6DA-045AC83773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969"/>
          <a:stretch/>
        </p:blipFill>
        <p:spPr>
          <a:xfrm>
            <a:off x="4272615" y="4456854"/>
            <a:ext cx="3341970" cy="150706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E85B26-9DA7-4614-B558-8CAC84FA8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97" y="1188720"/>
            <a:ext cx="2773607" cy="5207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 err="1"/>
              <a:t>Демонстрация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приложения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391920"/>
            <a:ext cx="3657600" cy="4572000"/>
          </a:xfrm>
          <a:prstGeom prst="roundRect">
            <a:avLst/>
          </a:prstGeom>
          <a:noFill/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0"/>
              </a:spcBef>
              <a:defRPr sz="1800">
                <a:solidFill>
                  <a:srgbClr val="424242"/>
                </a:solidFill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114800" y="1391920"/>
            <a:ext cx="3657600" cy="4572000"/>
          </a:xfrm>
          <a:prstGeom prst="roundRect">
            <a:avLst/>
          </a:prstGeom>
          <a:noFill/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0"/>
              </a:spcBef>
              <a:defRPr sz="1800">
                <a:solidFill>
                  <a:srgbClr val="424242"/>
                </a:solidFill>
              </a:defRPr>
            </a:pPr>
            <a:endParaRPr lang="ru-RU" dirty="0"/>
          </a:p>
        </p:txBody>
      </p:sp>
      <p:sp>
        <p:nvSpPr>
          <p:cNvPr id="5" name="Rounded Rectangle 4"/>
          <p:cNvSpPr/>
          <p:nvPr/>
        </p:nvSpPr>
        <p:spPr>
          <a:xfrm>
            <a:off x="7772400" y="1391920"/>
            <a:ext cx="3657600" cy="4572000"/>
          </a:xfrm>
          <a:prstGeom prst="roundRect">
            <a:avLst/>
          </a:prstGeom>
          <a:noFill/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0"/>
              </a:spcBef>
              <a:defRPr sz="1800">
                <a:solidFill>
                  <a:srgbClr val="42424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приложения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3657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Слой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rPr dirty="0"/>
              <a:t>• </a:t>
            </a:r>
            <a:r>
              <a:rPr dirty="0" err="1"/>
              <a:t>Взаимодействие</a:t>
            </a:r>
            <a:r>
              <a:rPr dirty="0"/>
              <a:t> с </a:t>
            </a:r>
            <a:r>
              <a:rPr dirty="0" err="1"/>
              <a:t>сервером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rPr dirty="0"/>
              <a:t>•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rPr dirty="0"/>
              <a:t>•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запросы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114800" y="2286000"/>
            <a:ext cx="3657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Слой</a:t>
            </a:r>
            <a:r>
              <a:rPr dirty="0"/>
              <a:t> </a:t>
            </a:r>
            <a:r>
              <a:rPr dirty="0" err="1"/>
              <a:t>представления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rPr dirty="0"/>
              <a:t>• </a:t>
            </a:r>
            <a:r>
              <a:rPr dirty="0" err="1"/>
              <a:t>Активности</a:t>
            </a:r>
            <a:r>
              <a:rPr dirty="0"/>
              <a:t> и </a:t>
            </a:r>
            <a:r>
              <a:rPr dirty="0" err="1"/>
              <a:t>фрагменты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rPr dirty="0"/>
              <a:t>• </a:t>
            </a:r>
            <a:r>
              <a:rPr dirty="0" err="1"/>
              <a:t>Адаптеры</a:t>
            </a:r>
            <a:r>
              <a:rPr dirty="0"/>
              <a:t> </a:t>
            </a:r>
            <a:r>
              <a:rPr dirty="0" err="1"/>
              <a:t>списков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rPr dirty="0"/>
              <a:t>• </a:t>
            </a:r>
            <a:r>
              <a:rPr dirty="0" err="1"/>
              <a:t>Пользовательский</a:t>
            </a:r>
            <a:r>
              <a:rPr dirty="0"/>
              <a:t> </a:t>
            </a:r>
            <a:r>
              <a:rPr dirty="0" err="1"/>
              <a:t>интерфейс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955279" y="2286000"/>
            <a:ext cx="3657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Вспомогательный</a:t>
            </a:r>
            <a:r>
              <a:rPr dirty="0"/>
              <a:t> </a:t>
            </a:r>
            <a:r>
              <a:rPr dirty="0" err="1"/>
              <a:t>слой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настройками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rPr dirty="0"/>
              <a:t>• </a:t>
            </a:r>
            <a:r>
              <a:rPr dirty="0" err="1"/>
              <a:t>Константы</a:t>
            </a:r>
            <a:r>
              <a:rPr dirty="0"/>
              <a:t> </a:t>
            </a:r>
            <a:r>
              <a:rPr dirty="0" err="1"/>
              <a:t>приложения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rPr dirty="0"/>
              <a:t>• </a:t>
            </a:r>
            <a:r>
              <a:rPr dirty="0" err="1"/>
              <a:t>Утилиты</a:t>
            </a:r>
            <a:r>
              <a:rPr dirty="0"/>
              <a:t> </a:t>
            </a:r>
            <a:r>
              <a:rPr dirty="0" err="1"/>
              <a:t>шифрования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Описание реализации: Слой данных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76072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КлиентAPI</a:t>
            </a:r>
            <a:endParaRPr lang="ru-RU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lang="ru-RU" dirty="0"/>
              <a:t>Инициализация сетевого клиента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lang="ru-RU" dirty="0"/>
              <a:t>Настройка перехватчиков запросов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временем</a:t>
            </a:r>
            <a:r>
              <a:rPr dirty="0"/>
              <a:t> </a:t>
            </a:r>
            <a:r>
              <a:rPr dirty="0" err="1"/>
              <a:t>ожидания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Предоставление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сервису</a:t>
            </a:r>
            <a:r>
              <a:rPr dirty="0"/>
              <a:t>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6692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Авторизации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перехватчика</a:t>
            </a:r>
            <a:r>
              <a:rPr dirty="0"/>
              <a:t> </a:t>
            </a:r>
            <a:r>
              <a:rPr dirty="0" err="1"/>
              <a:t>запросов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Добавление</a:t>
            </a:r>
            <a:r>
              <a:rPr dirty="0"/>
              <a:t> </a:t>
            </a:r>
            <a:r>
              <a:rPr dirty="0" err="1"/>
              <a:t>заголовка</a:t>
            </a:r>
            <a:r>
              <a:rPr dirty="0"/>
              <a:t> </a:t>
            </a:r>
            <a:r>
              <a:rPr dirty="0" err="1"/>
              <a:t>авторизации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Кодирование</a:t>
            </a:r>
            <a:r>
              <a:rPr dirty="0"/>
              <a:t> </a:t>
            </a:r>
            <a:r>
              <a:rPr dirty="0" err="1"/>
              <a:t>учётных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Автоматическая</a:t>
            </a:r>
            <a:r>
              <a:rPr dirty="0"/>
              <a:t> </a:t>
            </a:r>
            <a:r>
              <a:rPr dirty="0" err="1"/>
              <a:t>аутентификация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74320" y="3657600"/>
            <a:ext cx="1161288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ЗапросПоиска</a:t>
            </a:r>
            <a:r>
              <a:rPr lang="ru-RU" dirty="0"/>
              <a:t>: </a:t>
            </a:r>
            <a:r>
              <a:rPr dirty="0" err="1"/>
              <a:t>запрос</a:t>
            </a:r>
            <a:r>
              <a:rPr dirty="0"/>
              <a:t> с </a:t>
            </a:r>
            <a:r>
              <a:rPr dirty="0" err="1"/>
              <a:t>параметрами</a:t>
            </a:r>
            <a:r>
              <a:rPr dirty="0"/>
              <a:t> </a:t>
            </a:r>
            <a:r>
              <a:rPr dirty="0" err="1"/>
              <a:t>текста</a:t>
            </a:r>
            <a:r>
              <a:rPr dirty="0"/>
              <a:t> </a:t>
            </a:r>
            <a:r>
              <a:rPr dirty="0" err="1"/>
              <a:t>запроса</a:t>
            </a:r>
            <a:r>
              <a:rPr dirty="0"/>
              <a:t> и </a:t>
            </a:r>
            <a:r>
              <a:rPr dirty="0" err="1"/>
              <a:t>количества</a:t>
            </a:r>
            <a:r>
              <a:rPr dirty="0"/>
              <a:t> </a:t>
            </a:r>
            <a:r>
              <a:rPr dirty="0" err="1"/>
              <a:t>результатов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ОтветПоиска</a:t>
            </a:r>
            <a:r>
              <a:rPr lang="ru-RU" dirty="0"/>
              <a:t>: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с </a:t>
            </a:r>
            <a:r>
              <a:rPr dirty="0" err="1"/>
              <a:t>текстом</a:t>
            </a:r>
            <a:r>
              <a:rPr dirty="0"/>
              <a:t> и </a:t>
            </a:r>
            <a:r>
              <a:rPr dirty="0" err="1"/>
              <a:t>массивом</a:t>
            </a:r>
            <a:r>
              <a:rPr dirty="0"/>
              <a:t> </a:t>
            </a:r>
            <a:r>
              <a:rPr dirty="0" err="1"/>
              <a:t>изображений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ЭлементИстории</a:t>
            </a:r>
            <a:r>
              <a:rPr lang="ru-RU" dirty="0"/>
              <a:t>:</a:t>
            </a:r>
            <a:r>
              <a:rPr dirty="0"/>
              <a:t> </a:t>
            </a:r>
            <a:r>
              <a:rPr dirty="0" err="1"/>
              <a:t>элемент</a:t>
            </a:r>
            <a:r>
              <a:rPr dirty="0"/>
              <a:t> </a:t>
            </a:r>
            <a:r>
              <a:rPr dirty="0" err="1"/>
              <a:t>истории</a:t>
            </a:r>
            <a:r>
              <a:rPr dirty="0"/>
              <a:t> с </a:t>
            </a:r>
            <a:r>
              <a:rPr dirty="0" err="1"/>
              <a:t>запросом</a:t>
            </a:r>
            <a:r>
              <a:rPr dirty="0"/>
              <a:t>, </a:t>
            </a:r>
            <a:r>
              <a:rPr dirty="0" err="1"/>
              <a:t>ответом</a:t>
            </a:r>
            <a:r>
              <a:rPr dirty="0"/>
              <a:t> и </a:t>
            </a:r>
            <a:r>
              <a:rPr dirty="0" err="1"/>
              <a:t>временной</a:t>
            </a:r>
            <a:r>
              <a:rPr dirty="0"/>
              <a:t> </a:t>
            </a:r>
            <a:r>
              <a:rPr dirty="0" err="1"/>
              <a:t>меткой</a:t>
            </a:r>
            <a:endParaRPr lang="ru-RU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lang="ru-RU" dirty="0" err="1"/>
              <a:t>ИнформацияИзображения</a:t>
            </a:r>
            <a:r>
              <a:rPr lang="ru-RU" dirty="0"/>
              <a:t>: данные об изображении в формате Base64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ОтветСостояния</a:t>
            </a:r>
            <a:r>
              <a:rPr lang="ru-RU" dirty="0"/>
              <a:t>:</a:t>
            </a:r>
            <a:r>
              <a:rPr dirty="0"/>
              <a:t> </a:t>
            </a:r>
            <a:r>
              <a:rPr dirty="0" err="1"/>
              <a:t>статус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инициализации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Описание реализации: Слой представления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t>АктивностьВхода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Экран аутентификации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Проверка подключения к серверу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Валидация пользовательского ввода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Сохранение сессии пользователя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37160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t>ГлавнаяАктивность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Контейнер для фрагментов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Нижняя панель навигации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Управление переходами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Компонент навигации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749039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t>ФрагментПоиска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Ввод поискового запроса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Отображение результатов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Просмотр изображений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Сохранение в историю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840480"/>
            <a:ext cx="57607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t>ФрагментИстории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Отображение истории запросов (до 10 записей)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Форматирование времени на русском языке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Копирование ответов в буфер обмена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Очистка истории с подтверждением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669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t>ФрагментПрофиля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Управление темой оформления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Отображение версии приложения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Функция выхода из системы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• Очистка учётных данных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Описание реализации: Адаптеры и утилиты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7607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Адаптеры</a:t>
            </a:r>
            <a:r>
              <a:rPr dirty="0"/>
              <a:t> </a:t>
            </a:r>
            <a:r>
              <a:rPr dirty="0" err="1"/>
              <a:t>списков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АдаптерИзображений</a:t>
            </a:r>
            <a:r>
              <a:rPr lang="ru-RU" dirty="0"/>
              <a:t>:</a:t>
            </a:r>
            <a:r>
              <a:rPr dirty="0"/>
              <a:t> </a:t>
            </a:r>
            <a:r>
              <a:rPr dirty="0" err="1"/>
              <a:t>горизонтальный</a:t>
            </a:r>
            <a:r>
              <a:rPr lang="ru-RU" dirty="0"/>
              <a:t> </a:t>
            </a:r>
            <a:r>
              <a:rPr dirty="0" err="1"/>
              <a:t>список</a:t>
            </a:r>
            <a:r>
              <a:rPr dirty="0"/>
              <a:t> с </a:t>
            </a:r>
            <a:r>
              <a:rPr dirty="0" err="1"/>
              <a:t>декодированием</a:t>
            </a:r>
            <a:r>
              <a:rPr dirty="0"/>
              <a:t> Base64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АдаптерИстории</a:t>
            </a:r>
            <a:r>
              <a:rPr dirty="0"/>
              <a:t> — </a:t>
            </a:r>
            <a:r>
              <a:rPr dirty="0" err="1"/>
              <a:t>вертикальный</a:t>
            </a:r>
            <a:r>
              <a:rPr dirty="0"/>
              <a:t> </a:t>
            </a:r>
            <a:r>
              <a:rPr dirty="0" err="1"/>
              <a:t>список</a:t>
            </a:r>
            <a:r>
              <a:rPr lang="ru-RU" dirty="0"/>
              <a:t> </a:t>
            </a:r>
            <a:r>
              <a:rPr dirty="0"/>
              <a:t>с </a:t>
            </a:r>
            <a:r>
              <a:rPr dirty="0" err="1"/>
              <a:t>форматированием</a:t>
            </a:r>
            <a:r>
              <a:rPr dirty="0"/>
              <a:t> </a:t>
            </a:r>
            <a:r>
              <a:rPr dirty="0" err="1"/>
              <a:t>времени</a:t>
            </a:r>
            <a:endParaRPr lang="ru-RU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 </a:t>
            </a:r>
            <a:r>
              <a:rPr dirty="0" err="1"/>
              <a:t>нажатия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6692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МенеджерНастроек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Шаблон</a:t>
            </a:r>
            <a:r>
              <a:rPr dirty="0"/>
              <a:t> </a:t>
            </a:r>
            <a:r>
              <a:rPr dirty="0" err="1"/>
              <a:t>проектирования</a:t>
            </a:r>
            <a:r>
              <a:rPr dirty="0"/>
              <a:t> </a:t>
            </a:r>
            <a:r>
              <a:rPr lang="en-US" dirty="0"/>
              <a:t>Singleton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Шифрованное</a:t>
            </a:r>
            <a:r>
              <a:rPr dirty="0"/>
              <a:t> </a:t>
            </a:r>
            <a:r>
              <a:rPr dirty="0" err="1"/>
              <a:t>хранилище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историей</a:t>
            </a:r>
            <a:r>
              <a:rPr dirty="0"/>
              <a:t> (</a:t>
            </a:r>
            <a:r>
              <a:rPr dirty="0" err="1"/>
              <a:t>формат</a:t>
            </a:r>
            <a:r>
              <a:rPr dirty="0"/>
              <a:t> JSON)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настроек</a:t>
            </a:r>
            <a:r>
              <a:rPr dirty="0"/>
              <a:t> </a:t>
            </a:r>
            <a:r>
              <a:rPr dirty="0" err="1"/>
              <a:t>темы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сессией</a:t>
            </a:r>
            <a:r>
              <a:rPr dirty="0"/>
              <a:t> </a:t>
            </a:r>
            <a:r>
              <a:rPr dirty="0" err="1"/>
              <a:t>пользователя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74320" y="4114800"/>
            <a:ext cx="576072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Константы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ожидания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Константы</a:t>
            </a:r>
            <a:r>
              <a:rPr dirty="0"/>
              <a:t>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оформления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Название</a:t>
            </a:r>
            <a:r>
              <a:rPr dirty="0"/>
              <a:t> </a:t>
            </a:r>
            <a:r>
              <a:rPr dirty="0" err="1"/>
              <a:t>хранилища</a:t>
            </a:r>
            <a:r>
              <a:rPr dirty="0"/>
              <a:t> </a:t>
            </a:r>
            <a:r>
              <a:rPr dirty="0" err="1"/>
              <a:t>настроек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6692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Приложение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приложения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Инициализация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запуске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Применение</a:t>
            </a:r>
            <a:r>
              <a:rPr dirty="0"/>
              <a:t> </a:t>
            </a:r>
            <a:r>
              <a:rPr dirty="0" err="1"/>
              <a:t>сохранённой</a:t>
            </a:r>
            <a:r>
              <a:rPr dirty="0"/>
              <a:t> </a:t>
            </a:r>
            <a:r>
              <a:rPr dirty="0" err="1"/>
              <a:t>темы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424242"/>
                </a:solidFill>
              </a:defRPr>
            </a:pPr>
            <a:r>
              <a:rPr dirty="0" err="1"/>
              <a:t>Глобальный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 </a:t>
            </a:r>
            <a:r>
              <a:rPr dirty="0" err="1"/>
              <a:t>приложения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Используемые технологии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Сетевое</a:t>
            </a:r>
            <a:r>
              <a:rPr dirty="0"/>
              <a:t> </a:t>
            </a:r>
            <a:r>
              <a:rPr dirty="0" err="1"/>
              <a:t>взаимодействие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Библиотека</a:t>
            </a:r>
            <a:r>
              <a:rPr dirty="0"/>
              <a:t> Retrofit 2.9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Транспортный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OkHttp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Сериализация</a:t>
            </a:r>
            <a:r>
              <a:rPr dirty="0"/>
              <a:t> JSON </a:t>
            </a:r>
            <a:r>
              <a:rPr dirty="0" err="1"/>
              <a:t>через</a:t>
            </a:r>
            <a:r>
              <a:rPr dirty="0"/>
              <a:t> GSON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Перехватчики</a:t>
            </a:r>
            <a:r>
              <a:rPr dirty="0"/>
              <a:t> </a:t>
            </a:r>
            <a:r>
              <a:rPr dirty="0" err="1"/>
              <a:t>запросов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206240" y="137160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Безопасность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Шифрование</a:t>
            </a:r>
            <a:r>
              <a:rPr dirty="0"/>
              <a:t> AES-256-GCM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Защищённое</a:t>
            </a:r>
            <a:r>
              <a:rPr dirty="0"/>
              <a:t> </a:t>
            </a:r>
            <a:r>
              <a:rPr dirty="0" err="1"/>
              <a:t>хранилище</a:t>
            </a:r>
            <a:r>
              <a:rPr dirty="0"/>
              <a:t> </a:t>
            </a:r>
            <a:r>
              <a:rPr dirty="0" err="1"/>
              <a:t>настроек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Базовая</a:t>
            </a:r>
            <a:r>
              <a:rPr dirty="0"/>
              <a:t> </a:t>
            </a:r>
            <a:r>
              <a:rPr dirty="0" err="1"/>
              <a:t>аутентификация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Генерация</a:t>
            </a:r>
            <a:r>
              <a:rPr dirty="0"/>
              <a:t> </a:t>
            </a:r>
            <a:r>
              <a:rPr dirty="0" err="1"/>
              <a:t>ключей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749039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Навигация</a:t>
            </a:r>
            <a:r>
              <a:rPr dirty="0"/>
              <a:t> и </a:t>
            </a:r>
            <a:r>
              <a:rPr dirty="0" err="1"/>
              <a:t>интерфейс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Компонент</a:t>
            </a:r>
            <a:r>
              <a:rPr dirty="0"/>
              <a:t> </a:t>
            </a:r>
            <a:r>
              <a:rPr dirty="0" err="1"/>
              <a:t>навигации</a:t>
            </a:r>
            <a:r>
              <a:rPr dirty="0"/>
              <a:t> 2.7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Материальный</a:t>
            </a:r>
            <a:r>
              <a:rPr dirty="0"/>
              <a:t> </a:t>
            </a:r>
            <a:r>
              <a:rPr dirty="0" err="1"/>
              <a:t>дизайн</a:t>
            </a:r>
            <a:r>
              <a:rPr dirty="0"/>
              <a:t> 1.11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Адаптивная</a:t>
            </a:r>
            <a:r>
              <a:rPr dirty="0"/>
              <a:t> </a:t>
            </a:r>
            <a:r>
              <a:rPr dirty="0" err="1"/>
              <a:t>разметка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Нижняя</a:t>
            </a:r>
            <a:r>
              <a:rPr dirty="0"/>
              <a:t> </a:t>
            </a:r>
            <a:r>
              <a:rPr dirty="0" err="1"/>
              <a:t>панель</a:t>
            </a:r>
            <a:r>
              <a:rPr dirty="0"/>
              <a:t> </a:t>
            </a:r>
            <a:r>
              <a:rPr dirty="0" err="1"/>
              <a:t>навигации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274320" y="3840480"/>
            <a:ext cx="116128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сборки</a:t>
            </a:r>
            <a:r>
              <a:rPr dirty="0"/>
              <a:t> и </a:t>
            </a:r>
            <a:r>
              <a:rPr dirty="0" err="1"/>
              <a:t>совместимость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Минимальная</a:t>
            </a:r>
            <a:r>
              <a:rPr dirty="0"/>
              <a:t> </a:t>
            </a:r>
            <a:r>
              <a:rPr dirty="0" err="1"/>
              <a:t>версия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 </a:t>
            </a:r>
            <a:r>
              <a:rPr dirty="0" err="1"/>
              <a:t>программирования</a:t>
            </a:r>
            <a:r>
              <a:rPr dirty="0"/>
              <a:t>: 24 (</a:t>
            </a:r>
            <a:r>
              <a:rPr dirty="0" err="1"/>
              <a:t>Андроид</a:t>
            </a:r>
            <a:r>
              <a:rPr dirty="0"/>
              <a:t> 7.0)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Целевая</a:t>
            </a:r>
            <a:r>
              <a:rPr dirty="0"/>
              <a:t> </a:t>
            </a:r>
            <a:r>
              <a:rPr dirty="0" err="1"/>
              <a:t>версия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 </a:t>
            </a:r>
            <a:r>
              <a:rPr dirty="0" err="1"/>
              <a:t>программирования</a:t>
            </a:r>
            <a:r>
              <a:rPr dirty="0"/>
              <a:t>: 34 (</a:t>
            </a:r>
            <a:r>
              <a:rPr dirty="0" err="1"/>
              <a:t>Андроид</a:t>
            </a:r>
            <a:r>
              <a:rPr dirty="0"/>
              <a:t> 14)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Язык</a:t>
            </a:r>
            <a:r>
              <a:rPr dirty="0"/>
              <a:t> </a:t>
            </a:r>
            <a:r>
              <a:rPr dirty="0" err="1"/>
              <a:t>программирования</a:t>
            </a:r>
            <a:r>
              <a:rPr dirty="0"/>
              <a:t>: Java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Особенности реализации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ошибок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Превышение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ожидания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lang="ru-RU" dirty="0"/>
              <a:t>Н</a:t>
            </a:r>
            <a:r>
              <a:rPr dirty="0" err="1"/>
              <a:t>едоступность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аутентификации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Понятные</a:t>
            </a:r>
            <a:r>
              <a:rPr dirty="0"/>
              <a:t> </a:t>
            </a:r>
            <a:r>
              <a:rPr dirty="0" err="1"/>
              <a:t>сообщения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251959" y="137160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ресурсами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Отмена</a:t>
            </a:r>
            <a:r>
              <a:rPr dirty="0"/>
              <a:t> </a:t>
            </a:r>
            <a:r>
              <a:rPr dirty="0" err="1"/>
              <a:t>запросов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закрытии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жизненным</a:t>
            </a:r>
            <a:r>
              <a:rPr dirty="0"/>
              <a:t> </a:t>
            </a:r>
            <a:r>
              <a:rPr dirty="0" err="1"/>
              <a:t>циклом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Асинхронные</a:t>
            </a:r>
            <a:r>
              <a:rPr dirty="0"/>
              <a:t> </a:t>
            </a:r>
            <a:r>
              <a:rPr dirty="0" err="1"/>
              <a:t>операции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38404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Пользовательский</a:t>
            </a:r>
            <a:r>
              <a:rPr dirty="0"/>
              <a:t> </a:t>
            </a:r>
            <a:r>
              <a:rPr dirty="0" err="1"/>
              <a:t>опыт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Индикаторы</a:t>
            </a:r>
            <a:r>
              <a:rPr dirty="0"/>
              <a:t> </a:t>
            </a:r>
            <a:r>
              <a:rPr dirty="0" err="1"/>
              <a:t>загрузки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Полноэкранный</a:t>
            </a:r>
            <a:r>
              <a:rPr dirty="0"/>
              <a:t> </a:t>
            </a:r>
            <a:r>
              <a:rPr dirty="0" err="1"/>
              <a:t>просмотр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Копирование</a:t>
            </a:r>
            <a:r>
              <a:rPr dirty="0"/>
              <a:t> в </a:t>
            </a:r>
            <a:r>
              <a:rPr dirty="0" err="1"/>
              <a:t>буфер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424242"/>
                </a:solidFill>
              </a:defRPr>
            </a:pPr>
            <a:r>
              <a:rPr dirty="0" err="1"/>
              <a:t>Переключение</a:t>
            </a:r>
            <a:r>
              <a:rPr dirty="0"/>
              <a:t> </a:t>
            </a:r>
            <a:r>
              <a:rPr dirty="0" err="1"/>
              <a:t>тем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274320" y="3840480"/>
            <a:ext cx="116128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Безопасность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Шифрование</a:t>
            </a:r>
            <a:r>
              <a:rPr dirty="0"/>
              <a:t> </a:t>
            </a:r>
            <a:r>
              <a:rPr dirty="0" err="1"/>
              <a:t>учётных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с </a:t>
            </a:r>
            <a:r>
              <a:rPr dirty="0" err="1"/>
              <a:t>использованием</a:t>
            </a:r>
            <a:r>
              <a:rPr dirty="0"/>
              <a:t> </a:t>
            </a:r>
            <a:r>
              <a:rPr dirty="0" err="1"/>
              <a:t>алгоритма</a:t>
            </a:r>
            <a:r>
              <a:rPr dirty="0"/>
              <a:t> AES-256-GCM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Генерация</a:t>
            </a:r>
            <a:r>
              <a:rPr dirty="0"/>
              <a:t> </a:t>
            </a:r>
            <a:r>
              <a:rPr dirty="0" err="1"/>
              <a:t>криптографических</a:t>
            </a:r>
            <a:r>
              <a:rPr dirty="0"/>
              <a:t> </a:t>
            </a:r>
            <a:r>
              <a:rPr dirty="0" err="1"/>
              <a:t>ключей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системное</a:t>
            </a:r>
            <a:r>
              <a:rPr dirty="0"/>
              <a:t> </a:t>
            </a:r>
            <a:r>
              <a:rPr dirty="0" err="1"/>
              <a:t>хранилище</a:t>
            </a:r>
            <a:r>
              <a:rPr dirty="0"/>
              <a:t> </a:t>
            </a:r>
            <a:r>
              <a:rPr dirty="0" err="1"/>
              <a:t>ключей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Автоматическое</a:t>
            </a:r>
            <a:r>
              <a:rPr dirty="0"/>
              <a:t> </a:t>
            </a:r>
            <a:r>
              <a:rPr dirty="0" err="1"/>
              <a:t>добавление</a:t>
            </a:r>
            <a:r>
              <a:rPr dirty="0"/>
              <a:t> </a:t>
            </a:r>
            <a:r>
              <a:rPr dirty="0" err="1"/>
              <a:t>заголовков</a:t>
            </a:r>
            <a:r>
              <a:rPr dirty="0"/>
              <a:t> </a:t>
            </a:r>
            <a:r>
              <a:rPr dirty="0" err="1"/>
              <a:t>авторизации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перехватчик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Очистка</a:t>
            </a:r>
            <a:r>
              <a:rPr dirty="0"/>
              <a:t> </a:t>
            </a:r>
            <a:r>
              <a:rPr dirty="0" err="1"/>
              <a:t>конфиденциальных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выходе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7607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Выводы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работе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Реализовано</a:t>
            </a:r>
            <a:r>
              <a:rPr dirty="0"/>
              <a:t> </a:t>
            </a:r>
            <a:r>
              <a:rPr dirty="0" err="1"/>
              <a:t>функциональное</a:t>
            </a:r>
            <a:r>
              <a:rPr dirty="0"/>
              <a:t> </a:t>
            </a:r>
            <a:r>
              <a:rPr dirty="0" err="1"/>
              <a:t>приложение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Применены</a:t>
            </a:r>
            <a:r>
              <a:rPr dirty="0"/>
              <a:t> </a:t>
            </a:r>
            <a:r>
              <a:rPr dirty="0" err="1"/>
              <a:t>современные</a:t>
            </a:r>
            <a:r>
              <a:rPr dirty="0"/>
              <a:t> </a:t>
            </a:r>
            <a:r>
              <a:rPr dirty="0" err="1"/>
              <a:t>технологии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Обеспечена</a:t>
            </a:r>
            <a:r>
              <a:rPr dirty="0"/>
              <a:t> </a:t>
            </a:r>
            <a:r>
              <a:rPr dirty="0" err="1"/>
              <a:t>безопасность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Создан</a:t>
            </a:r>
            <a:r>
              <a:rPr dirty="0"/>
              <a:t> </a:t>
            </a:r>
            <a:r>
              <a:rPr dirty="0" err="1"/>
              <a:t>удобный</a:t>
            </a:r>
            <a:r>
              <a:rPr dirty="0"/>
              <a:t> </a:t>
            </a:r>
            <a:r>
              <a:rPr dirty="0" err="1"/>
              <a:t>интерфейс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669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Возможности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развития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Кэширование</a:t>
            </a:r>
            <a:r>
              <a:rPr dirty="0"/>
              <a:t> </a:t>
            </a:r>
            <a:r>
              <a:rPr dirty="0" err="1"/>
              <a:t>результатов</a:t>
            </a:r>
            <a:r>
              <a:rPr dirty="0"/>
              <a:t> </a:t>
            </a:r>
            <a:r>
              <a:rPr dirty="0" err="1"/>
              <a:t>поиска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lang="ru-RU" dirty="0"/>
              <a:t>Поддержка тегов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Расширенные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поиска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Экспорт</a:t>
            </a:r>
            <a:r>
              <a:rPr dirty="0"/>
              <a:t> </a:t>
            </a:r>
            <a:r>
              <a:rPr dirty="0" err="1"/>
              <a:t>результатов</a:t>
            </a:r>
            <a:r>
              <a:rPr dirty="0"/>
              <a:t> в </a:t>
            </a:r>
            <a:r>
              <a:rPr dirty="0" err="1"/>
              <a:t>файл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74320" y="3840480"/>
            <a:ext cx="116128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4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1A237E"/>
                </a:solidFill>
              </a:defRPr>
            </a:pPr>
            <a:r>
              <a:rPr dirty="0" err="1"/>
              <a:t>Итог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Приложение</a:t>
            </a:r>
            <a:r>
              <a:rPr dirty="0"/>
              <a:t> RAG Search </a:t>
            </a:r>
            <a:r>
              <a:rPr dirty="0" err="1"/>
              <a:t>успешно</a:t>
            </a:r>
            <a:r>
              <a:rPr dirty="0"/>
              <a:t> </a:t>
            </a:r>
            <a:r>
              <a:rPr dirty="0" err="1"/>
              <a:t>реализует</a:t>
            </a:r>
            <a:r>
              <a:rPr dirty="0"/>
              <a:t> </a:t>
            </a:r>
            <a:r>
              <a:rPr dirty="0" err="1"/>
              <a:t>клиентскую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интеллектуального</a:t>
            </a:r>
            <a:r>
              <a:rPr dirty="0"/>
              <a:t> </a:t>
            </a:r>
            <a:r>
              <a:rPr dirty="0" err="1"/>
              <a:t>поиска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библиотек</a:t>
            </a:r>
            <a:r>
              <a:rPr dirty="0"/>
              <a:t> </a:t>
            </a:r>
            <a:r>
              <a:rPr dirty="0" err="1"/>
              <a:t>гарантирует</a:t>
            </a:r>
            <a:r>
              <a:rPr dirty="0"/>
              <a:t> </a:t>
            </a:r>
            <a:r>
              <a:rPr dirty="0" err="1"/>
              <a:t>надёжность</a:t>
            </a:r>
            <a:r>
              <a:rPr dirty="0"/>
              <a:t> и </a:t>
            </a:r>
            <a:r>
              <a:rPr dirty="0" err="1"/>
              <a:t>производительность</a:t>
            </a: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424242"/>
                </a:solidFill>
              </a:defRPr>
            </a:pP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служить</a:t>
            </a:r>
            <a:r>
              <a:rPr dirty="0"/>
              <a:t> </a:t>
            </a:r>
            <a:r>
              <a:rPr dirty="0" err="1"/>
              <a:t>основой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дальнейшего</a:t>
            </a:r>
            <a:r>
              <a:rPr dirty="0"/>
              <a:t> </a:t>
            </a:r>
            <a:r>
              <a:rPr dirty="0" err="1"/>
              <a:t>развития</a:t>
            </a:r>
            <a:r>
              <a:rPr dirty="0"/>
              <a:t> </a:t>
            </a:r>
            <a:r>
              <a:rPr dirty="0" err="1"/>
              <a:t>мобильных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</a:t>
            </a:r>
            <a:r>
              <a:rPr dirty="0" err="1"/>
              <a:t>поиска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560</Words>
  <Application>Microsoft Office PowerPoint</Application>
  <PresentationFormat>Широкоэкранный</PresentationFormat>
  <Paragraphs>151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Rinat Yumaguzhin</cp:lastModifiedBy>
  <cp:revision>4</cp:revision>
  <dcterms:created xsi:type="dcterms:W3CDTF">2013-01-27T09:14:16Z</dcterms:created>
  <dcterms:modified xsi:type="dcterms:W3CDTF">2026-01-15T04:54:10Z</dcterms:modified>
  <cp:category/>
</cp:coreProperties>
</file>